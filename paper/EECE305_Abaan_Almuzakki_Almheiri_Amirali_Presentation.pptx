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90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731520"/>
            <a:ext cx="868680" cy="8686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20240" y="777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Locally-Deployed LLM Framework for Intelligent EV Charging Queries in the UAE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51760"/>
            <a:ext cx="91440" cy="3108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UNIVERSITY IN DUBAI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Team (AUD)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429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Almuzaki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Almheiri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Amirali Tamizi Horzadeh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Supervisor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Fahad Zia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651760"/>
            <a:ext cx="91440" cy="3108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WASHINGTON TACOMA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Collaborators (UW Tacoma)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Eyhab Al-Masri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— Collaborative Online International Learning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EECE 305 · Microelectronic Devices and Circuits II ·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minutes · 4 presenters + live demo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09728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37360" y="1920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0" y="19202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COIL Collaboration &amp; Problem Statement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43200"/>
            <a:ext cx="109728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432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27432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Almuzaki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69280" y="274320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Layer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66160"/>
            <a:ext cx="109728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661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737360" y="35661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Almheiri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356616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&amp; Anti-Hallucination Design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8912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8912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37360" y="43891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Amirali Tamizi Horzadeh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69280" y="43891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&amp; Model Results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212080"/>
            <a:ext cx="11247120" cy="713232"/>
          </a:xfrm>
          <a:prstGeom prst="roundRect">
            <a:avLst>
              <a:gd name="adj" fmla="val 1282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21208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12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737360" y="52120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 — Live Demo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69280" y="521208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queries on the deployed system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Partnership: AUD × UoW Tacoma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developed as a Collaborative Online International Learning (COIL) engagement between students at the American University in Dubai and researchers at the University of Washington Tacoma — spanning two continents, a 12-hour time difference, and a shared research goal.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34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· DUBAI, UAE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Almuzaki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Almheiri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Amirali Tamizi Horzadeh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 Dr. Muhammad Fahad Zia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5486400" cy="3291840"/>
          </a:xfrm>
          <a:prstGeom prst="roundRect">
            <a:avLst>
              <a:gd name="adj" fmla="val 277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834640"/>
            <a:ext cx="54864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834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 TACOMA · SEATTLE, USA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Collaborators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Eyhab Al-Masri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Mansur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Evaluation · System Design Feedback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EVs globally (IEA 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6596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adoption rising in UAE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96596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chargers in our dataset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23960" y="18288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1965960"/>
            <a:ext cx="26060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915400" y="26791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tools exist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2834640"/>
          </a:xfrm>
          <a:prstGeom prst="roundRect">
            <a:avLst>
              <a:gd name="adj" fmla="val 322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IDENTIFIED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133088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1330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EV apps require manual browsing — no natural-language search.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4636008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6360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like "Is there a fast CCS2 charger near Dubai Marina?" are not answered directly.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5138928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51389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assistants send your GPS/location to external servers — privacy concerns.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77240" y="5641848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641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80160" y="56418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Lab: local, conversational assistant with verified, grounded answers.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Four Layers, Fully Local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ALMUZAKI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0972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01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1488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Leaflet.js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interface, interactive UAE map, evaluation dashboard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07208"/>
            <a:ext cx="109728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880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1272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SSE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355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parsing, semantic search, prompt builder, token streaming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85616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85616"/>
            <a:ext cx="109728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58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Runtime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105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(local, offline)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3342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3, Mistral 7B, Gemma 7B, Phi-3 Mini — 4-bit quantized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64024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64024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371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08406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136-station UAE dataset (JSON)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3126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from Open Charge Map API (AE country code)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182880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(ONE QUERY)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9400" y="230428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2286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natural-language query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2505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sends POST /ask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9400" y="294436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2926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parses intent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86600" y="31455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filters: speed, operator, city…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29400" y="358444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86600" y="35661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filter on 136 stations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86600" y="37856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chargers by distance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9400" y="422452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86600" y="4206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narrates verified results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86600" y="44256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streams tokens to browser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29400" y="4864608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4864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086600" y="4846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cards update in real time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086600" y="50657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chargers highlighted green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806440"/>
            <a:ext cx="11247120" cy="411480"/>
          </a:xfrm>
          <a:prstGeom prst="roundRect">
            <a:avLst>
              <a:gd name="adj" fmla="val 22222"/>
            </a:avLst>
          </a:prstGeom>
          <a:solidFill>
            <a:srgbClr val="17223B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806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</a:t>
            </a: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runs locally on an NVIDIA RTX 4070 — zero cloud API calls, full data privacy.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HARDWARE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Enrichment &amp; Evaluation Machine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ALMUZAKI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ENRICHMENT (Open Charge Map, AE)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type </a:t>
            </a: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DC Fast (L3), AC Fast (L2), AC Standard (L1)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output </a:t>
            </a: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max kW from connection records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</a:t>
            </a: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CCS2, CHAdeMO, Type 2, Tesla (CCS2)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</a:t>
            </a: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Tesla, ADNOC, DEWA, …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(Haversine) </a:t>
            </a: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nearest of 8 UAE centres; fixed Sharjah/Dubai bug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5669280" cy="2194560"/>
          </a:xfrm>
          <a:prstGeom prst="roundRect">
            <a:avLst>
              <a:gd name="adj" fmla="val 41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 (136 STATIONS)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63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466344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6634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Dhabi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074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Sharjah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507492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50749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Ajman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486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 Al Khaimah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548640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54864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Fujairah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89788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897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589788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17223B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5897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 Al Quwain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182880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920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  ·  EVALUATION MACHINE SPECIFICATIONS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286000"/>
          <a:ext cx="5029200" cy="2414016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i7-12700H  ·  16 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RTX 4070  ·  8 GB VRAM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GB DDR4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TB NVMe SSD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 Home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0.2.7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CPython 3.11 · FastAPI 0.110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6583680" y="5943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 (8 GB) caps model size at ~8 B params at 4-bit quant.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Parsing + Retrieval-Augmented Generation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ALMHEIRI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REGEX PARSING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structured filters (6 dimensions)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10972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\bfast\b, \bdc\b, \blevel 3\b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127248"/>
            <a:ext cx="1097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272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1272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Tesla  ·  ADNOC  ·  DEWA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728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9417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36941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\bnon-tesla\b, \bnot tesla\b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10972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2611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26110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CCS2  ·  CHAdeMO  ·  Type 2  ·  J1772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828032"/>
            <a:ext cx="10972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82803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48280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 least 50kW"  →  min_power_kw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5394960"/>
            <a:ext cx="109728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5394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Dubai · Abu Dhabi · Sharjah · 5 more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(4 STEPS)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2377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filters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26334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extracts intent from user query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317296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5160" y="31729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filter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95160" y="34290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chargers by distance (136 → 5)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3968496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39684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as context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95160" y="42245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appended to system prompt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476402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95160" y="4764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narrates ONLY list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95160" y="50200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invent chargers not above."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0" y="5715000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17223B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5715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 </a:t>
            </a:r>
            <a:r>
              <a:rPr lang="en-US" sz="11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is NOT the source of truth. Backend retrieves; LLM narrates.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Structured Pipeline + Retrieval Comparison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ALMHEIRI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36118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Parsing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sees user query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structured JSON action.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fast_only: true, city: Dubai)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8288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1828800"/>
            <a:ext cx="361188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Execution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9120" y="2697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runs against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JSON charger dataset.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guaranteed real.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828800"/>
            <a:ext cx="3611880" cy="1691640"/>
          </a:xfrm>
          <a:prstGeom prst="roundRect">
            <a:avLst>
              <a:gd name="adj" fmla="val 5405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828800"/>
            <a:ext cx="361188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8288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38160" y="2286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Narration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26974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given ONLY verified results.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Instructed to respond to this list only.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fabrication possible.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2377440"/>
            <a:ext cx="137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818120" y="2377440"/>
            <a:ext cx="137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III  ·  COMPARISON OF RETRIEVAL APPROACHES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47120" cy="20116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RAG (keyword regex)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transparent, deterministic, no extra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handle semantic similarity or paraphrase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Embedding-based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paraphrase and fuzzy 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vector DB + embedding model; higher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two-phase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Eliminates hard hallucination by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LLM calls per request (~2× latency)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57200" y="6172200"/>
            <a:ext cx="11247120" cy="365760"/>
          </a:xfrm>
          <a:prstGeom prst="roundRect">
            <a:avLst>
              <a:gd name="adj" fmla="val 25000"/>
            </a:avLst>
          </a:prstGeom>
          <a:solidFill>
            <a:srgbClr val="17223B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 hallucinations across all 80 evaluation runs.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Methodology &amp; Model Lineup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AMIRALI TAMIZI HORZADEH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26974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charger, city, type, operator?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0128" y="182880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828800"/>
            <a:ext cx="269748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47288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· type · connector · advice?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182880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828800"/>
            <a:ext cx="269748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0216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real · 0.5 generic · 0.0 fabricated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5984" y="1828800"/>
            <a:ext cx="2697480" cy="1188720"/>
          </a:xfrm>
          <a:prstGeom prst="roundRect">
            <a:avLst>
              <a:gd name="adj" fmla="val 7692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5984" y="1828800"/>
            <a:ext cx="26974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1828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53144" y="22860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wall-clock time (s)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II  ·  EVALUATED LLMs  (Ollama default tags, Q4_0 quantization)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47120" cy="17373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 (8B)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8.03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Q4_0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AI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7.25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Q4_0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 (2023)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8.54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Q4_0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Phi-3 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3.82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Q4_0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57200" y="571500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7223B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COVERAGE:  </a:t>
            </a: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queries × 4 models = 80 evaluation runs  ·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categories: </a:t>
            </a: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nearest, speed, operator, city, connector, specific location, complex intent.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 — 80 Runs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AMIRALI TAMIZI HORZADEH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IV  ·  EVALUATION RESULTS (20 QUERIES PER MODEL)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Halluc.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Phi-3 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C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2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8"/>
          <p:cNvSpPr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Phi-3 exhibited soft hallucination (generic answers without citing real charger names) in 25% of responses.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4526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4526280"/>
            <a:ext cx="73152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4937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5257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reasoning (87.6%), strong tool use (97.5%), competitive latency (5.9 s)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10128" y="4526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10128" y="4526280"/>
            <a:ext cx="73152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93008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493008" y="4937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Grounded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93008" y="5257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100% tool use — always cites real charger names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63056" y="4526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63056" y="4526280"/>
            <a:ext cx="73152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7B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345936" y="4937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45936" y="5257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reasoning (85.6%) but 14.1 s latency is impractical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015984" y="4526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015984" y="452628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98864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9198864" y="4937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but Shallow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198864" y="525780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(4.3 s) but low reasoning (44.1%); soft hallucinations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Deployed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10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  ·  DEMO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29200" cy="1097280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288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ON SCREEN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localhost — RTX 4070  ·  Llama 3 (8B) default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SSE streaming to chat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UAE map with Leaflet + Positron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chargers highlighted live in green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route line from user → nearest station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dashboard in-browser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5943600" cy="4526280"/>
          </a:xfrm>
          <a:prstGeom prst="roundRect">
            <a:avLst>
              <a:gd name="adj" fmla="val 2020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9202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QUERIES (RUN LIVE)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2286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28600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2402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can I charge near me?"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57860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nearest — baseline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0632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063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017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me a fast charger nearby"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3558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filter — DC fast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38404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840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794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"Tesla Supercharger in Dubai Hills"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41330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+ location combo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461772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4617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4572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a non-Tesla EV, which CCS2 chargers can I use?"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491032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+ connector filter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539496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5394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53492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there any fast chargers in Abu Dhabi?"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56875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+ speed cross-emirate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· TECHNICAL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— Technical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9144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9385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AI Engineering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build: FastAPI backend, React frontend, Leaflet maps, Ollama LLM runtime — all working together on one machine.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91440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9385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sparse, rule-based RAG pipeline and learned to distinguish hard vs soft hallucination through real evaluation.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46120"/>
            <a:ext cx="91440" cy="12801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55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4 quantized LLMs locally (Q4_0) on an 8 GB RTX 4070 — no cloud, zero per-query cost, full data privacy.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4612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24612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3355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37033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a real blocking-iterator bug by bridging Ollama's sync client to FastAPI's async loop via thread + queue.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663440"/>
            <a:ext cx="91440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Evaluation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5120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reproducible 80-run benchmark harness with ground-truth labels across 7 query categories and 4 scored dimensions.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663440"/>
            <a:ext cx="562356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663440"/>
            <a:ext cx="91440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Hunting at Every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46520" y="5120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city misclassification (bounding-box → Haversine), black-map render issue (Dark Matter → Positron tiles), and more.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· CULTURAL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— Collaboration &amp; Culture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0" cy="4526280"/>
          </a:xfrm>
          <a:prstGeom prst="roundRect">
            <a:avLst>
              <a:gd name="adj" fmla="val 2020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194560"/>
            <a:ext cx="1097280" cy="10972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 ↔  Seattle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time-zone challenge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605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12-hour gap between Dubai and Seattle, we built a rhythm around async Discord threads and scheduled weekly calls — communication never bottlenecked the project.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828800"/>
            <a:ext cx="6400800" cy="1051560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828800"/>
            <a:ext cx="91440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920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&amp; Respect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32120" y="22402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Eyhab and Mansur treated us as peers, not junior students — feedback was thoughtful, specific, and always constructive.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2953512"/>
            <a:ext cx="6400800" cy="1051560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2953512"/>
            <a:ext cx="91440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0449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Across Cultures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3364992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firsthand how US academic norms (direct feedback, flat hierarchy) blend with UAE collaborative style.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4078224"/>
            <a:ext cx="6400800" cy="1051560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4078224"/>
            <a:ext cx="9144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1696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as the Bridge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32120" y="4489704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for code reviews, async updates, and quick questions — effective enough to overcome a 12h offset.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5202936"/>
            <a:ext cx="6400800" cy="1051560"/>
          </a:xfrm>
          <a:prstGeom prst="roundRect">
            <a:avLst>
              <a:gd name="adj" fmla="val 869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5202936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52943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Research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5614416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exposure to a real cross-institution research workflow: writing methodology together and defending design choices.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81360" y="32004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Acknowledgments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9525">
            <a:solidFill>
              <a:srgbClr val="1F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AI Lab  ·  EECE 305  ·  AUD × UoW Tacoma COIL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18288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8288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2608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runs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60520" y="18288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6052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8288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9496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182880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2940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latency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6858000" cy="3246120"/>
          </a:xfrm>
          <a:prstGeom prst="roundRect">
            <a:avLst>
              <a:gd name="adj" fmla="val 281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004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6492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LLMs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support domain-specific AI without cloud dependency.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RAG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eliminated hard hallucinations in all 80 runs.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best overall model: high reasoning, strong tool use, competitive latency.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backend-dependent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system is robust to future LLM upgrades.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cost</a:t>
            </a: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preserved: no data leaves the device; no per-query API costs.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0" y="3108960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3108960"/>
            <a:ext cx="4206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3566160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Fahad Zia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Supervisor, AUD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Eyhab Al-Masri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Lead, UW Tacoma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Mansur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Collaborator, UW Tacoma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time, patience, and thoughtful guidance across 12 time zones.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66360" y="1188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5240" y="3063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happy to discuss any part of the project in depth.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26060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937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Abaan Ahmed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· Demo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5687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47548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4754880"/>
            <a:ext cx="26060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4937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Almuzaki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5687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0176" y="47548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0176" y="4754880"/>
            <a:ext cx="260604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4937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Almheiri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17336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Anti-Hallucination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17336" y="5687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41664" y="475488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41664" y="4754880"/>
            <a:ext cx="2606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78824" y="49377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Amirali Tamizi Horzadeh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78824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Results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78824" y="5687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Muhammad Fahad Zia  ·  Research Collaborators: Dr. Eyhab Al-Masri &amp; Mansur (UW Tacoma)  ·  EECE 305 ·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2152</Words>
  <Application>Microsoft Office PowerPoint</Application>
  <PresentationFormat>Widescreen</PresentationFormat>
  <Paragraphs>436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AI Lab - AUD x UoW Tacoma COIL Project</dc:title>
  <dc:subject>PptxGenJS Presentation</dc:subject>
  <dc:creator>EV AI Lab Team</dc:creator>
  <cp:lastModifiedBy>Abaan Ahmed</cp:lastModifiedBy>
  <cp:revision>2</cp:revision>
  <dcterms:created xsi:type="dcterms:W3CDTF">2026-04-16T11:51:34Z</dcterms:created>
  <dcterms:modified xsi:type="dcterms:W3CDTF">2026-04-16T12:13:17Z</dcterms:modified>
</cp:coreProperties>
</file>